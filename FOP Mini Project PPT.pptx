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7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9144000" cy="6858000"/>
  <p:embeddedFontLst>
    <p:embeddedFont>
      <p:font typeface="Arial Unicode MS" panose="020B0604020202020204" pitchFamily="34" charset="-128"/>
      <p:regular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PT Sans Narrow" panose="020B0506020203020204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2211A6-0BA0-4625-9968-07BD2BC30DCD}" v="7" dt="2026-04-23T14:16:08.217"/>
  </p1510:revLst>
</p1510:revInfo>
</file>

<file path=ppt/tableStyles.xml><?xml version="1.0" encoding="utf-8"?>
<a:tblStyleLst xmlns:a="http://schemas.openxmlformats.org/drawingml/2006/main" def="{26AB36B5-FDD1-49DB-954E-CDDC2A254018}">
  <a:tblStyle styleId="{26AB36B5-FDD1-49DB-954E-CDDC2A2540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132" y="31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16163a43d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16163a43da_0_5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AA1C418-DD0C-B481-6F05-5AD2AF21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16163a43da_0_58:notes">
            <a:extLst>
              <a:ext uri="{FF2B5EF4-FFF2-40B4-BE49-F238E27FC236}">
                <a16:creationId xmlns:a16="http://schemas.microsoft.com/office/drawing/2014/main" id="{EB8FF8D3-93AF-FEF0-7B6F-8E76EDA18F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16163a43da_0_58:notes">
            <a:extLst>
              <a:ext uri="{FF2B5EF4-FFF2-40B4-BE49-F238E27FC236}">
                <a16:creationId xmlns:a16="http://schemas.microsoft.com/office/drawing/2014/main" id="{9A9E1766-FEF1-19C3-6AC5-A8D568FB90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1758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16163a43da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16163a43da_0_6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16163a43d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16163a43da_0_7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16163a43d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16163a43da_0_8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16163a43d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16163a43da_0_9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16163a43d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16163a43da_0_9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16163a43d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16163a43da_0_10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6163a43da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6163a43da_0_10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PAC M</a:t>
            </a:r>
            <a:r>
              <a:rPr lang="en-IN" sz="1800" dirty="0"/>
              <a:t>AN (game)</a:t>
            </a:r>
            <a:r>
              <a:rPr lang="en" sz="1800" dirty="0"/>
              <a:t> </a:t>
            </a:r>
            <a:endParaRPr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 [E2-6]</a:t>
            </a:r>
            <a:endParaRPr sz="1800"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00" y="2850050"/>
            <a:ext cx="2434800" cy="11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 dirty="0"/>
              <a:t>:Team Members:</a:t>
            </a: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u="sng" dirty="0"/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Rahul Chatterjee(1262251741)</a:t>
            </a:r>
          </a:p>
          <a:p>
            <a:pPr marL="0" lvl="0" indent="0">
              <a:lnSpc>
                <a:spcPct val="120000"/>
              </a:lnSpc>
            </a:pPr>
            <a:r>
              <a:rPr lang="en-US" sz="1600" dirty="0"/>
              <a:t>Shatakshi </a:t>
            </a:r>
            <a:r>
              <a:rPr lang="en-US" sz="1600" dirty="0" err="1"/>
              <a:t>Shiravale</a:t>
            </a:r>
            <a:r>
              <a:rPr lang="en-US" sz="1600" dirty="0"/>
              <a:t>(</a:t>
            </a:r>
            <a:r>
              <a:rPr lang="en" sz="1600" dirty="0"/>
              <a:t>1262252433</a:t>
            </a:r>
            <a:r>
              <a:rPr lang="en-US" sz="1600" dirty="0"/>
              <a:t>)</a:t>
            </a:r>
            <a:endParaRPr sz="1600" dirty="0"/>
          </a:p>
          <a:p>
            <a:pPr marL="0" lvl="0" indent="0">
              <a:lnSpc>
                <a:spcPct val="120000"/>
              </a:lnSpc>
            </a:pPr>
            <a:r>
              <a:rPr lang="en" sz="1600" dirty="0"/>
              <a:t>Ayushman Tripathi (1262253832)</a:t>
            </a:r>
            <a:endParaRPr sz="1600" dirty="0"/>
          </a:p>
          <a:p>
            <a:pPr marL="0" lvl="0" indent="0">
              <a:lnSpc>
                <a:spcPct val="120000"/>
              </a:lnSpc>
            </a:pPr>
            <a:r>
              <a:rPr lang="en" sz="1600" dirty="0"/>
              <a:t>Srishti Shrivastava(1262250775)</a:t>
            </a:r>
          </a:p>
          <a:p>
            <a:pPr marL="0" lvl="0" indent="0">
              <a:lnSpc>
                <a:spcPct val="120000"/>
              </a:lnSpc>
            </a:pPr>
            <a:r>
              <a:rPr lang="en" sz="1600" dirty="0"/>
              <a:t>Samruddhi Raskar(1262253382)</a:t>
            </a:r>
            <a:endParaRPr sz="1500"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4705025" y="2850050"/>
            <a:ext cx="2434800" cy="11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:Guided By: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Prof. Shirish </a:t>
            </a:r>
            <a:r>
              <a:rPr lang="en-US" sz="1400" dirty="0" err="1"/>
              <a:t>Paygude</a:t>
            </a:r>
            <a:endParaRPr lang="en-US"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Dr. Anushri Kulkarni</a:t>
            </a:r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0775" y="58450"/>
            <a:ext cx="2774523" cy="85622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/>
        </p:nvSpPr>
        <p:spPr>
          <a:xfrm>
            <a:off x="199150" y="1180575"/>
            <a:ext cx="84747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IN" sz="2400" b="1" dirty="0">
                <a:solidFill>
                  <a:srgbClr val="0070C0"/>
                </a:solidFill>
              </a:rPr>
              <a:t>Foundations of Programming-CSE10010</a:t>
            </a:r>
            <a:endParaRPr lang="en-US" sz="2400" b="1" dirty="0">
              <a:solidFill>
                <a:srgbClr val="0070C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Mini Project Presentation 2025-26</a:t>
            </a:r>
            <a:endParaRPr sz="24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</a:t>
            </a:r>
            <a:endParaRPr dirty="0"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Introduction and Motivation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Problem Statement and Objectives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Individual Contribution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Summary of Literature Survey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Proposed System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Hardware and Software Requirements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Implementation and Experimental Setup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Results and Conclusions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References</a:t>
            </a:r>
            <a:endParaRPr dirty="0"/>
          </a:p>
        </p:txBody>
      </p:sp>
      <p:pic>
        <p:nvPicPr>
          <p:cNvPr id="2" name="Google Shape;69;p13">
            <a:extLst>
              <a:ext uri="{FF2B5EF4-FFF2-40B4-BE49-F238E27FC236}">
                <a16:creationId xmlns:a16="http://schemas.microsoft.com/office/drawing/2014/main" id="{0D88433F-9856-ABAB-BAD8-D1D0F2389D9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970" y="146362"/>
            <a:ext cx="2774523" cy="85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06B8FB7A-6AB6-31DF-104A-ABDF2F04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;p15">
            <a:extLst>
              <a:ext uri="{FF2B5EF4-FFF2-40B4-BE49-F238E27FC236}">
                <a16:creationId xmlns:a16="http://schemas.microsoft.com/office/drawing/2014/main" id="{90DEF97C-E3F7-9D91-58F1-C773BBA19DB7}"/>
              </a:ext>
            </a:extLst>
          </p:cNvPr>
          <p:cNvSpPr txBox="1">
            <a:spLocks/>
          </p:cNvSpPr>
          <p:nvPr/>
        </p:nvSpPr>
        <p:spPr>
          <a:xfrm>
            <a:off x="464100" y="5974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sz="3300" dirty="0"/>
              <a:t>Introduction</a:t>
            </a:r>
            <a:r>
              <a:rPr lang="en-IN" dirty="0"/>
              <a:t> and Motivation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0E51482-C85D-C2AD-BC46-9DC3316DA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00" y="1633828"/>
            <a:ext cx="692048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Classic arcade game Pac-Man recreated using C programming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Focus on understanding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real-time input handling &amp; game logic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Learn concepts: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   Arrays (2D grid)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   Pointers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   File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hadling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E1B011-DB38-A7CE-5FC9-B518222FACCD}"/>
              </a:ext>
            </a:extLst>
          </p:cNvPr>
          <p:cNvSpPr txBox="1"/>
          <p:nvPr/>
        </p:nvSpPr>
        <p:spPr>
          <a:xfrm>
            <a:off x="411042" y="3967390"/>
            <a:ext cx="85604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This project helps us understand how low-level programming can be used to build interactive systems.</a:t>
            </a:r>
            <a:endParaRPr lang="en-IN" sz="1800" dirty="0">
              <a:solidFill>
                <a:schemeClr val="bg2"/>
              </a:solidFill>
            </a:endParaRPr>
          </a:p>
        </p:txBody>
      </p:sp>
      <p:pic>
        <p:nvPicPr>
          <p:cNvPr id="9" name="Google Shape;69;p13">
            <a:extLst>
              <a:ext uri="{FF2B5EF4-FFF2-40B4-BE49-F238E27FC236}">
                <a16:creationId xmlns:a16="http://schemas.microsoft.com/office/drawing/2014/main" id="{1EA89E77-2340-991F-5A43-F624B6E81C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970" y="146362"/>
            <a:ext cx="2774523" cy="8562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3005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</a:t>
            </a:r>
            <a:r>
              <a:rPr lang="en" dirty="0">
                <a:solidFill>
                  <a:schemeClr val="bg2"/>
                </a:solidFill>
              </a:rPr>
              <a:t> </a:t>
            </a:r>
            <a:r>
              <a:rPr lang="en" dirty="0"/>
              <a:t>Statement and Objectives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A06F72-5E9E-9FAD-2A56-40E763C3A63B}"/>
              </a:ext>
            </a:extLst>
          </p:cNvPr>
          <p:cNvSpPr txBox="1"/>
          <p:nvPr/>
        </p:nvSpPr>
        <p:spPr>
          <a:xfrm>
            <a:off x="399534" y="1192742"/>
            <a:ext cx="83449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2"/>
                </a:solidFill>
              </a:rPr>
              <a:t>Design a terminal-based Pac-Man game using 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2"/>
                </a:solidFill>
              </a:rPr>
              <a:t>Implement: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Player movement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Ghost AI behavior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Scoring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Lives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Leaderboard storage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17610-9687-DF8E-6E8F-7E5281C0E756}"/>
              </a:ext>
            </a:extLst>
          </p:cNvPr>
          <p:cNvSpPr txBox="1"/>
          <p:nvPr/>
        </p:nvSpPr>
        <p:spPr>
          <a:xfrm>
            <a:off x="4328983" y="3307790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Implement real-time keyboard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Use </a:t>
            </a:r>
            <a:r>
              <a:rPr lang="en-US" sz="1800" b="1" dirty="0">
                <a:solidFill>
                  <a:schemeClr val="bg2"/>
                </a:solidFill>
              </a:rPr>
              <a:t>2D arrays as game map</a:t>
            </a:r>
            <a:endParaRPr lang="en-US" sz="18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Apply </a:t>
            </a:r>
            <a:r>
              <a:rPr lang="en-US" sz="1800" b="1" dirty="0">
                <a:solidFill>
                  <a:schemeClr val="bg2"/>
                </a:solidFill>
              </a:rPr>
              <a:t>pointer-based movement</a:t>
            </a:r>
            <a:endParaRPr lang="en-US" sz="18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Build basic AI for ghosts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Store player data using file handling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EAB09-BAD1-ACE5-B60A-71658465C654}"/>
              </a:ext>
            </a:extLst>
          </p:cNvPr>
          <p:cNvSpPr txBox="1"/>
          <p:nvPr/>
        </p:nvSpPr>
        <p:spPr>
          <a:xfrm>
            <a:off x="4260300" y="29384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b="1" dirty="0">
                <a:solidFill>
                  <a:schemeClr val="bg2"/>
                </a:solidFill>
              </a:rPr>
              <a:t>Objectives</a:t>
            </a:r>
            <a:endParaRPr lang="en-IN" sz="1800" b="1" dirty="0">
              <a:solidFill>
                <a:schemeClr val="bg2"/>
              </a:solidFill>
            </a:endParaRPr>
          </a:p>
        </p:txBody>
      </p:sp>
      <p:pic>
        <p:nvPicPr>
          <p:cNvPr id="2" name="Google Shape;69;p13">
            <a:extLst>
              <a:ext uri="{FF2B5EF4-FFF2-40B4-BE49-F238E27FC236}">
                <a16:creationId xmlns:a16="http://schemas.microsoft.com/office/drawing/2014/main" id="{517993AD-D860-4466-F6EE-C1EC21D02F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970" y="146362"/>
            <a:ext cx="2774523" cy="85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Individual Contribution</a:t>
            </a:r>
            <a:endParaRPr dirty="0"/>
          </a:p>
        </p:txBody>
      </p:sp>
      <p:graphicFrame>
        <p:nvGraphicFramePr>
          <p:cNvPr id="94" name="Google Shape;94;p17"/>
          <p:cNvGraphicFramePr/>
          <p:nvPr>
            <p:extLst>
              <p:ext uri="{D42A27DB-BD31-4B8C-83A1-F6EECF244321}">
                <p14:modId xmlns:p14="http://schemas.microsoft.com/office/powerpoint/2010/main" val="2532912248"/>
              </p:ext>
            </p:extLst>
          </p:nvPr>
        </p:nvGraphicFramePr>
        <p:xfrm>
          <a:off x="952500" y="1619250"/>
          <a:ext cx="7239000" cy="2803980"/>
        </p:xfrm>
        <a:graphic>
          <a:graphicData uri="http://schemas.openxmlformats.org/drawingml/2006/table">
            <a:tbl>
              <a:tblPr>
                <a:noFill/>
                <a:tableStyleId>{26AB36B5-FDD1-49DB-954E-CDDC2A254018}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Name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Work</a:t>
                      </a:r>
                      <a:endParaRPr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(Report/Presentation/Algorithm Design/Implementation) </a:t>
                      </a:r>
                      <a:endParaRPr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Shatakshi </a:t>
                      </a:r>
                      <a:r>
                        <a:rPr lang="en-US" dirty="0" err="1"/>
                        <a:t>Shiravale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Player Movement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Shristi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Shrivastava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Game State Update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Ayushman Tripathi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Grid System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Rahul Chatterjee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Ghost Movement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Samruddhi Rasker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Leaderboard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321626708"/>
                  </a:ext>
                </a:extLst>
              </a:tr>
            </a:tbl>
          </a:graphicData>
        </a:graphic>
      </p:graphicFrame>
      <p:pic>
        <p:nvPicPr>
          <p:cNvPr id="2" name="Google Shape;69;p13">
            <a:extLst>
              <a:ext uri="{FF2B5EF4-FFF2-40B4-BE49-F238E27FC236}">
                <a16:creationId xmlns:a16="http://schemas.microsoft.com/office/drawing/2014/main" id="{860B89B9-AA12-2350-D42B-2A9F41CBB81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970" y="146362"/>
            <a:ext cx="2774523" cy="85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Proposed System</a:t>
            </a:r>
            <a:endParaRPr dirty="0"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Detailed Description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Terminal-based grid (11x11 / 17x13)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Entities: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Pac-Man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Ghosts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Pellets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Power-ups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Controls: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W, A, S, 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Features: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Score tracking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Lives system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Leaderboard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4637350" y="1266325"/>
            <a:ext cx="4260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Flowchart/ System Design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E34F2D-AEDF-2DC5-1F13-7239C286C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Google Shape;69;p13">
            <a:extLst>
              <a:ext uri="{FF2B5EF4-FFF2-40B4-BE49-F238E27FC236}">
                <a16:creationId xmlns:a16="http://schemas.microsoft.com/office/drawing/2014/main" id="{C50BCE38-42A1-447B-6FB7-002484606E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970" y="146362"/>
            <a:ext cx="2774523" cy="85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899214-1F7D-E443-5C92-7B0D571B0C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045" y="1754864"/>
            <a:ext cx="1356940" cy="2814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723945-8E09-E885-42D2-6BD44E04B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091" y="1754863"/>
            <a:ext cx="692936" cy="3073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Hardware and Software Requirements</a:t>
            </a:r>
            <a:endParaRPr dirty="0"/>
          </a:p>
        </p:txBody>
      </p:sp>
      <p:graphicFrame>
        <p:nvGraphicFramePr>
          <p:cNvPr id="113" name="Google Shape;113;p20"/>
          <p:cNvGraphicFramePr/>
          <p:nvPr>
            <p:extLst>
              <p:ext uri="{D42A27DB-BD31-4B8C-83A1-F6EECF244321}">
                <p14:modId xmlns:p14="http://schemas.microsoft.com/office/powerpoint/2010/main" val="2250721044"/>
              </p:ext>
            </p:extLst>
          </p:nvPr>
        </p:nvGraphicFramePr>
        <p:xfrm>
          <a:off x="894075" y="1297825"/>
          <a:ext cx="7239000" cy="3017340"/>
        </p:xfrm>
        <a:graphic>
          <a:graphicData uri="http://schemas.openxmlformats.org/drawingml/2006/table">
            <a:tbl>
              <a:tblPr>
                <a:noFill/>
                <a:tableStyleId>{26AB36B5-FDD1-49DB-954E-CDDC2A254018}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76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Hardware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Model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Justification w.r.t project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Basic PC/Laptop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Any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 computer is needed to run the project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7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Keyboard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Any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Keyboard Inputs are required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76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Software</a:t>
                      </a:r>
                      <a:endParaRPr b="1" dirty="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Justification w.r.t project</a:t>
                      </a:r>
                      <a:endParaRPr dirty="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Linux </a:t>
                      </a:r>
                      <a:r>
                        <a:rPr lang="en-US" dirty="0" err="1"/>
                        <a:t>unix</a:t>
                      </a:r>
                      <a:endParaRPr lang="en-US" dirty="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Project uses </a:t>
                      </a:r>
                      <a:r>
                        <a:rPr lang="en-US" b="0" dirty="0" err="1"/>
                        <a:t>linux</a:t>
                      </a:r>
                      <a:r>
                        <a:rPr lang="en-US" b="0" dirty="0"/>
                        <a:t> based libraries such as </a:t>
                      </a:r>
                      <a:r>
                        <a:rPr lang="en-US" b="0" dirty="0" err="1"/>
                        <a:t>unistd</a:t>
                      </a:r>
                      <a:r>
                        <a:rPr lang="en-US" b="0" dirty="0"/>
                        <a:t> and </a:t>
                      </a:r>
                      <a:r>
                        <a:rPr lang="en-US" b="0" dirty="0" err="1"/>
                        <a:t>termios</a:t>
                      </a:r>
                      <a:endParaRPr lang="en-US" b="0" dirty="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7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C compiler such as </a:t>
                      </a:r>
                      <a:r>
                        <a:rPr lang="en-US" dirty="0" err="1"/>
                        <a:t>gcc</a:t>
                      </a:r>
                      <a:endParaRPr lang="en-IN" dirty="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/>
                        <a:t>Project runs on C code</a:t>
                      </a:r>
                      <a:endParaRPr lang="en-IN" b="0" dirty="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" name="Google Shape;69;p13">
            <a:extLst>
              <a:ext uri="{FF2B5EF4-FFF2-40B4-BE49-F238E27FC236}">
                <a16:creationId xmlns:a16="http://schemas.microsoft.com/office/drawing/2014/main" id="{83AB1AA1-0333-06EA-7300-531D228C38A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970" y="146362"/>
            <a:ext cx="2774523" cy="85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Implementation and Experimental Setup</a:t>
            </a:r>
            <a:endParaRPr dirty="0"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IN" b="1" dirty="0"/>
              <a:t>Key functions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>
                <a:solidFill>
                  <a:schemeClr val="bg2"/>
                </a:solidFill>
                <a:latin typeface="Arial Unicode MS" panose="020B0604020202020204" pitchFamily="34" charset="-128"/>
              </a:rPr>
              <a:t>movement()</a:t>
            </a:r>
            <a:r>
              <a:rPr lang="en-US" altLang="en-US" sz="1400" dirty="0">
                <a:solidFill>
                  <a:schemeClr val="bg2"/>
                </a:solidFill>
              </a:rPr>
              <a:t> → player movement</a:t>
            </a:r>
            <a:endParaRPr lang="en-US" altLang="en-US" sz="14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 err="1">
                <a:solidFill>
                  <a:schemeClr val="bg2"/>
                </a:solidFill>
                <a:latin typeface="Arial Unicode MS" panose="020B0604020202020204" pitchFamily="34" charset="-128"/>
              </a:rPr>
              <a:t>ghost_decide_dirn</a:t>
            </a:r>
            <a:r>
              <a:rPr lang="en-US" altLang="en-US" sz="1400" dirty="0">
                <a:solidFill>
                  <a:schemeClr val="bg2"/>
                </a:solidFill>
                <a:latin typeface="Arial Unicode MS" panose="020B0604020202020204" pitchFamily="34" charset="-128"/>
              </a:rPr>
              <a:t>()</a:t>
            </a:r>
            <a:r>
              <a:rPr lang="en-US" altLang="en-US" sz="1400" dirty="0">
                <a:solidFill>
                  <a:schemeClr val="bg2"/>
                </a:solidFill>
              </a:rPr>
              <a:t> → ghost AI</a:t>
            </a:r>
            <a:endParaRPr lang="en-US" altLang="en-US" sz="14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 err="1">
                <a:solidFill>
                  <a:schemeClr val="bg2"/>
                </a:solidFill>
                <a:latin typeface="Arial Unicode MS" panose="020B0604020202020204" pitchFamily="34" charset="-128"/>
              </a:rPr>
              <a:t>pac_update</a:t>
            </a:r>
            <a:r>
              <a:rPr lang="en-US" altLang="en-US" sz="1400" dirty="0">
                <a:solidFill>
                  <a:schemeClr val="bg2"/>
                </a:solidFill>
                <a:latin typeface="Arial Unicode MS" panose="020B0604020202020204" pitchFamily="34" charset="-128"/>
              </a:rPr>
              <a:t>()</a:t>
            </a:r>
            <a:r>
              <a:rPr lang="en-US" altLang="en-US" sz="1400" dirty="0">
                <a:solidFill>
                  <a:schemeClr val="bg2"/>
                </a:solidFill>
              </a:rPr>
              <a:t> → scoring</a:t>
            </a:r>
            <a:endParaRPr lang="en-US" altLang="en-US" sz="14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 err="1">
                <a:solidFill>
                  <a:schemeClr val="bg2"/>
                </a:solidFill>
                <a:latin typeface="Arial Unicode MS" panose="020B0604020202020204" pitchFamily="34" charset="-128"/>
              </a:rPr>
              <a:t>death_check</a:t>
            </a:r>
            <a:r>
              <a:rPr lang="en-US" altLang="en-US" sz="1400" dirty="0">
                <a:solidFill>
                  <a:schemeClr val="bg2"/>
                </a:solidFill>
                <a:latin typeface="Arial Unicode MS" panose="020B0604020202020204" pitchFamily="34" charset="-128"/>
              </a:rPr>
              <a:t>()</a:t>
            </a:r>
            <a:r>
              <a:rPr lang="en-US" altLang="en-US" sz="1400" dirty="0">
                <a:solidFill>
                  <a:schemeClr val="bg2"/>
                </a:solidFill>
              </a:rPr>
              <a:t> → collision</a:t>
            </a:r>
            <a:endParaRPr lang="en-US" altLang="en-US" sz="14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 err="1">
                <a:solidFill>
                  <a:schemeClr val="bg2"/>
                </a:solidFill>
                <a:latin typeface="Arial Unicode MS" panose="020B0604020202020204" pitchFamily="34" charset="-128"/>
              </a:rPr>
              <a:t>saveScore</a:t>
            </a:r>
            <a:r>
              <a:rPr lang="en-US" altLang="en-US" sz="1400" dirty="0">
                <a:solidFill>
                  <a:schemeClr val="bg2"/>
                </a:solidFill>
                <a:latin typeface="Arial Unicode MS" panose="020B0604020202020204" pitchFamily="34" charset="-128"/>
              </a:rPr>
              <a:t>()</a:t>
            </a:r>
            <a:r>
              <a:rPr lang="en-US" altLang="en-US" sz="1400" dirty="0">
                <a:solidFill>
                  <a:schemeClr val="bg2"/>
                </a:solidFill>
              </a:rPr>
              <a:t> → leaderboard</a:t>
            </a:r>
            <a:endParaRPr lang="en-US" altLang="en-US" sz="14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0" lvl="0" indent="0"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98023A-DDDA-3F0B-D08D-A2E8BE938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CF020A-B142-763A-A7CE-593AE0DF2235}"/>
              </a:ext>
            </a:extLst>
          </p:cNvPr>
          <p:cNvSpPr txBox="1"/>
          <p:nvPr/>
        </p:nvSpPr>
        <p:spPr>
          <a:xfrm>
            <a:off x="264816" y="3322480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Experimental Setup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Game run in terminal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User inputs via keyboard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Real-time rendering using loop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Two modes: Easy &amp; Hard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Different grid sizes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7A79D5-CAF1-5B83-DC55-A0869B797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377896A-B1A5-36AB-04E0-56A3697BD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Google Shape;69;p13">
            <a:extLst>
              <a:ext uri="{FF2B5EF4-FFF2-40B4-BE49-F238E27FC236}">
                <a16:creationId xmlns:a16="http://schemas.microsoft.com/office/drawing/2014/main" id="{457B8DFE-6317-54DC-65CF-2012B715616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9477" y="146362"/>
            <a:ext cx="2774523" cy="85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 and Conclusion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A1301F-2A4B-5BD4-A274-4F739EBB3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2932" y="1050319"/>
            <a:ext cx="3156980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" b="1" dirty="0">
                <a:solidFill>
                  <a:schemeClr val="bg2"/>
                </a:solidFill>
              </a:rPr>
              <a:t>Results</a:t>
            </a:r>
            <a:r>
              <a:rPr lang="en" dirty="0">
                <a:solidFill>
                  <a:schemeClr val="bg2"/>
                </a:solidFill>
              </a:rPr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Game runs successfully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Score updates correctly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Ghost interaction works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Leaderboard stored in CSV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44183-D136-8262-C101-819A366C02A9}"/>
              </a:ext>
            </a:extLst>
          </p:cNvPr>
          <p:cNvSpPr txBox="1"/>
          <p:nvPr/>
        </p:nvSpPr>
        <p:spPr>
          <a:xfrm>
            <a:off x="4572000" y="2366595"/>
            <a:ext cx="4572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sz="1800" b="1" dirty="0">
                <a:solidFill>
                  <a:schemeClr val="bg2"/>
                </a:solidFill>
              </a:rPr>
              <a:t>Conclusion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bg2"/>
                </a:solidFill>
                <a:latin typeface="Arial" panose="020B0604020202020204" pitchFamily="34" charset="0"/>
              </a:rPr>
              <a:t>Successfully implemented Pac-Man in C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bg2"/>
                </a:solidFill>
                <a:latin typeface="Arial" panose="020B0604020202020204" pitchFamily="34" charset="0"/>
              </a:rPr>
              <a:t>Learned: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bg2"/>
                </a:solidFill>
                <a:latin typeface="Arial" panose="020B0604020202020204" pitchFamily="34" charset="0"/>
              </a:rPr>
              <a:t>Game logic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bg2"/>
                </a:solidFill>
                <a:latin typeface="Arial" panose="020B0604020202020204" pitchFamily="34" charset="0"/>
              </a:rPr>
              <a:t>Memory handling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bg2"/>
                </a:solidFill>
                <a:latin typeface="Arial" panose="020B0604020202020204" pitchFamily="34" charset="0"/>
              </a:rPr>
              <a:t>Real-time systems</a:t>
            </a:r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3E2226D-CFB4-D34A-606F-FCBF235C3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Google Shape;69;p13">
            <a:extLst>
              <a:ext uri="{FF2B5EF4-FFF2-40B4-BE49-F238E27FC236}">
                <a16:creationId xmlns:a16="http://schemas.microsoft.com/office/drawing/2014/main" id="{0DB3EC7F-1240-5EF6-4CE3-C2678D5539E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970" y="146362"/>
            <a:ext cx="2774523" cy="85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Pac-Man game documentation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C programming resources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1A2EC6-C100-346B-D20F-0BE873258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Google Shape;69;p13">
            <a:extLst>
              <a:ext uri="{FF2B5EF4-FFF2-40B4-BE49-F238E27FC236}">
                <a16:creationId xmlns:a16="http://schemas.microsoft.com/office/drawing/2014/main" id="{80A65AC1-87A5-2CB5-E5BC-4589E281921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6970" y="146362"/>
            <a:ext cx="2774523" cy="85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416</Words>
  <Application>Microsoft Office PowerPoint</Application>
  <PresentationFormat>On-screen Show (16:9)</PresentationFormat>
  <Paragraphs>120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Tropic</vt:lpstr>
      <vt:lpstr>PAC MAN (game)   [E2-6]</vt:lpstr>
      <vt:lpstr>Content</vt:lpstr>
      <vt:lpstr>PowerPoint Presentation</vt:lpstr>
      <vt:lpstr>Problem Statement and Objectives</vt:lpstr>
      <vt:lpstr>Individual Contribution</vt:lpstr>
      <vt:lpstr>Proposed System</vt:lpstr>
      <vt:lpstr>Hardware and Software Requirements</vt:lpstr>
      <vt:lpstr>Implementation and Experimental Setup</vt:lpstr>
      <vt:lpstr>Results and 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Title  (Batch-Group Number [E.g. E2-4])</dc:title>
  <cp:lastModifiedBy>Rahul C</cp:lastModifiedBy>
  <cp:revision>8</cp:revision>
  <dcterms:modified xsi:type="dcterms:W3CDTF">2026-04-23T14:17:46Z</dcterms:modified>
</cp:coreProperties>
</file>